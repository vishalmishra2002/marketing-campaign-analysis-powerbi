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2C21C-B112-4278-A681-DA51C197E7FE}" v="14" dt="2026-01-11T10:38:47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418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65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34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274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09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5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55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9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410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70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70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540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A547-23FA-693E-4B1E-A9425D060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ROI &amp; Campaign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A8E1F-D306-4600-EB7B-C85303F69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486722"/>
            <a:ext cx="7290055" cy="2520176"/>
          </a:xfrm>
        </p:spPr>
        <p:txBody>
          <a:bodyPr/>
          <a:lstStyle/>
          <a:p>
            <a:r>
              <a:rPr lang="en-US" sz="2400" b="1" dirty="0"/>
              <a:t>Why this is perfect: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Mentions </a:t>
            </a:r>
            <a:r>
              <a:rPr lang="en-US" sz="2000" b="1" dirty="0"/>
              <a:t>ROI</a:t>
            </a:r>
            <a:r>
              <a:rPr lang="en-US" sz="2000" dirty="0"/>
              <a:t> → business impact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Mentions </a:t>
            </a:r>
            <a:r>
              <a:rPr lang="en-US" sz="2000" b="1" dirty="0"/>
              <a:t>Campaign Performance</a:t>
            </a:r>
            <a:r>
              <a:rPr lang="en-US" sz="2000" dirty="0"/>
              <a:t> → scope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Sounds </a:t>
            </a:r>
            <a:r>
              <a:rPr lang="en-US" sz="2000" b="1" dirty="0"/>
              <a:t>executive + analytical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Perfect for interviews, LinkedIn, GitHub, client demos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38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Marketing spend is high, but overall ROI is below target.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Revenue looks strong, but efficiency of spending is unclear.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The marketing team lacks clarity on which campaigns truly add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Dashboard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Evaluate marketing spend efficiency using ROI.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Identify high and low performing campaigns.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Support data-driven budget reallocation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Key KPIs &amp; Visuals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KPIs: Revenue, Spend, Profit, Average ROI.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Revenue vs Spend chart to assess spend justification.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ROI by Campaign to identify best and worst performers.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Root 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Budget allocation is not aligned with ROI performance.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Some high-spend campaigns deliver low ROI.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Marketing decisions are driven by spend, not efficiency.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5. Data-Backed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Increase investment in high-ROI campaigns like Influencer Marketing.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Reduce or optimize spend on low-ROI campaigns.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Track ROI regularly to improve marketing efficiency.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</TotalTime>
  <Words>195</Words>
  <Application>Microsoft Office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Tw Cen MT</vt:lpstr>
      <vt:lpstr>Tw Cen MT Condensed</vt:lpstr>
      <vt:lpstr>Wingdings</vt:lpstr>
      <vt:lpstr>Wingdings 3</vt:lpstr>
      <vt:lpstr>Integral</vt:lpstr>
      <vt:lpstr>Marketing ROI &amp; Campaign Performance Analysis</vt:lpstr>
      <vt:lpstr>1. Business Problem</vt:lpstr>
      <vt:lpstr>2. Dashboard Goal</vt:lpstr>
      <vt:lpstr>3. Key KPIs &amp; Visuals Used</vt:lpstr>
      <vt:lpstr>4. Root Cause Analysis</vt:lpstr>
      <vt:lpstr>5. Data-Backed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MISHRA</cp:lastModifiedBy>
  <cp:revision>2</cp:revision>
  <dcterms:created xsi:type="dcterms:W3CDTF">2013-01-27T09:14:16Z</dcterms:created>
  <dcterms:modified xsi:type="dcterms:W3CDTF">2026-01-11T10:50:34Z</dcterms:modified>
  <cp:category/>
</cp:coreProperties>
</file>